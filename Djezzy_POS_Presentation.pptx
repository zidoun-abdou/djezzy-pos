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Djezzy 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Système de Gestion des Contrats Mobiles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Problématique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Processus de souscription manuel et lent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Vérification d'identité sur papier (photocopies CNI)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Pas de suivi en temps réel des numéros disponibles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Génération manuelle des contrats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Difficile de suivre les performances des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Notre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Dashboard web pour les administrateurs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Application mobile pour les agents terrain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Scan automatique de la CNI (MRZ + puce NFC)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Contrats numériques avec signature électronique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Génération automatique de PDF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Fonctionnalités Clés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Gestion des rôles (Administrateur / Agent Commercial)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Gestion des offres et inventaire des numéros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Lecture CNI : caméra (MRZ) + puce NFC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Capture de signature numérique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Génération PDF bilingue (Français / Arabe)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Tableaux de bord avec statistiques en temps réel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Backend : Django + Django REST Framework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Web Dashboard : Alpine.js + TailwindCSS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Mobile : Flutter (iOS / Android)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Base de données : PostgreSQL</a:t>
            </a:r>
          </a:p>
          <a:p>
            <a:pPr>
              <a:spcAft>
                <a:spcPts val="1800"/>
              </a:spcAft>
              <a:defRPr sz="2400">
                <a:solidFill>
                  <a:srgbClr val="333333"/>
                </a:solidFill>
              </a:defRPr>
            </a:pPr>
            <a:r>
              <a:t>• Authentification : JWT (JSON Web Tokens)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Démonstration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