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Djezzy 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Système de Gestion des Contrats Mobiles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474720"/>
            <a:ext cx="3047695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⚠️  Problématique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⏱️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Processus lent</a:t>
            </a:r>
            <a:br/>
            <a:r>
              <a:t>Souscription manuelle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45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Papier</a:t>
            </a:r>
            <a:br/>
            <a:r>
              <a:t>Photocopies CNI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645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920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468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Pas de visibilité</a:t>
            </a:r>
            <a:br/>
            <a:r>
              <a:t>Stock numéros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3931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4206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754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Contrats manuels</a:t>
            </a:r>
            <a:br/>
            <a:r>
              <a:t>Risque d'erreurs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931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206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54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Suivi difficile</a:t>
            </a:r>
            <a:br/>
            <a:r>
              <a:t>Performance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✅  Notre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8463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🖥️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E30613"/>
                </a:solidFill>
              </a:defRPr>
            </a:pPr>
            <a:r>
              <a:t>Dashboard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08080"/>
                </a:solidFill>
              </a:defRPr>
            </a:pPr>
            <a:r>
              <a:t>Pour Administrateurs &amp;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49377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Gestion des offres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Gestion des numéros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Gestion des utilisateurs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Statistiques globales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Rapports de ventes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486400" cy="48463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8095" y="17373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095" y="2468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E30613"/>
                </a:solidFill>
              </a:defRPr>
            </a:pPr>
            <a:r>
              <a:t>Application Mobile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095" y="2926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08080"/>
                </a:solidFill>
              </a:defRPr>
            </a:pPr>
            <a:r>
              <a:t>Pour Agents Terrain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2415" y="3474720"/>
            <a:ext cx="49377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Scan CNI (MRZ + NFC)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Sélection offres/numéros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Capture signature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Génération PDF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Historique ventes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🔧  Fonctionnalités Clés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Gestion des Rôles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Admin /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73736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688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Offres &amp; Numéros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Inventaire temps réel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688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Scan CNI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MRZ + Puce NFC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✍️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377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Signature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949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Capture numérique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402336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420624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9377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PDF Bilingue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53949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Français / Arabe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402336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9377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Statistiques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53949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Tableaux de bord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⚙️  Architecture Technique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60320" cy="1371600"/>
          </a:xfrm>
          <a:prstGeom prst="round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Mobile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2560320" cy="13716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🖥️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91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971800"/>
            <a:ext cx="2743200" cy="13716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1089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566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API REST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2971800"/>
            <a:ext cx="2560320" cy="13716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31089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🗄️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5661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Base de données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91840" y="2514600"/>
            <a:ext cx="1463040" cy="114300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291840" y="3657600"/>
            <a:ext cx="1463040" cy="114300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79" y="3657600"/>
            <a:ext cx="1371601" cy="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/>
            </a:pPr>
            <a:r>
              <a:t>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Passons à la pratique...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