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Djezzy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Système de Gestion des Contrats Mobiles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47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 Problématique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Processus lent</a:t>
            </a:r>
            <a:br/>
            <a:r>
              <a:t>Souscription manuelle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Papier</a:t>
            </a:r>
            <a:br/>
            <a:r>
              <a:t>Photocopies CNI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Pas de visibilité</a:t>
            </a:r>
            <a:br/>
            <a:r>
              <a:t>Stock numéros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3931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206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Contrats manuels</a:t>
            </a:r>
            <a:br/>
            <a:r>
              <a:t>Risque d'erreurs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31920"/>
            <a:ext cx="3474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Suivi difficile</a:t>
            </a:r>
            <a:br/>
            <a:r>
              <a:t>Performance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 Notre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🖥️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30613"/>
                </a:solidFill>
              </a:defRPr>
            </a:pPr>
            <a:r>
              <a:t>Dashboard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Pour Administrateurs &amp;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9377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Gestion des offres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Gestion des numéros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Gestion des utilisateurs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Statistiques globales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Rapports de ventes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095" y="17373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095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30613"/>
                </a:solidFill>
              </a:defRPr>
            </a:pPr>
            <a:r>
              <a:t>Application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Pour Agents Terrain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3474720"/>
            <a:ext cx="49377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Scan CNI (MRZ + NFC)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Sélection offres/numéros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Capture signature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Génération PDF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Historique ventes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Fonctionnalités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Gestion des Rôles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Admin /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73736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68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Offres &amp; Numéros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Inventaire temps réel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Scan CNI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MRZ + Puce NFC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Capture numérique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2336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9377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PDF Bilingue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3949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Français / Arabe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023360"/>
            <a:ext cx="3566160" cy="2194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9377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Statistiques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3949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Tableaux de bord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⚙️  Architecture Technique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37160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56032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71800"/>
            <a:ext cx="27432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971800"/>
            <a:ext cx="2560320" cy="13716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 de données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2514600"/>
            <a:ext cx="1463040" cy="11430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91840" y="3657600"/>
            <a:ext cx="1463040" cy="11430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3657600"/>
            <a:ext cx="1371601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Passons à la pratique...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D1C24"/>
                </a:solidFill>
              </a:defRPr>
            </a:pPr>
            <a:r>
              <a:t>Workflow de l'Application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Offres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1887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Numero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Scan MRZ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NFC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5603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560320"/>
            <a:ext cx="1188720" cy="64008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Signature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931920"/>
            <a:ext cx="3291840" cy="822960"/>
          </a:xfrm>
          <a:prstGeom prst="roundRect">
            <a:avLst/>
          </a:prstGeom>
          <a:solidFill>
            <a:srgbClr val="ED1C24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PDF Contract</a:t>
            </a:r>
            <a:br/>
            <a:r>
              <a:t>+ QR Code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65960" y="14173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520440" y="14173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074920" y="14173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1965960" y="27889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520440" y="27889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074920" y="2788920"/>
            <a:ext cx="274320" cy="18288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897880" y="1920240"/>
            <a:ext cx="182880" cy="548640"/>
          </a:xfrm>
          <a:prstGeom prst="down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897880" y="3291840"/>
            <a:ext cx="182880" cy="548640"/>
          </a:xfrm>
          <a:prstGeom prst="down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3232"/>
                </a:solidFill>
              </a:defRPr>
            </a:pPr>
            <a:r>
              <a:t>Technologies Cles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486400"/>
            <a:ext cx="320040" cy="32004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MRZ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69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Camera + ML Kit</a:t>
            </a:r>
          </a:p>
        </p:txBody>
      </p:sp>
      <p:sp>
        <p:nvSpPr>
          <p:cNvPr id="24" name="Oval 23"/>
          <p:cNvSpPr/>
          <p:nvPr/>
        </p:nvSpPr>
        <p:spPr>
          <a:xfrm>
            <a:off x="2286000" y="5486400"/>
            <a:ext cx="320040" cy="32004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NFC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669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DG2, DG7, DG11, DG12</a:t>
            </a:r>
          </a:p>
        </p:txBody>
      </p:sp>
      <p:sp>
        <p:nvSpPr>
          <p:cNvPr id="27" name="Oval 26"/>
          <p:cNvSpPr/>
          <p:nvPr/>
        </p:nvSpPr>
        <p:spPr>
          <a:xfrm>
            <a:off x="4389120" y="5486400"/>
            <a:ext cx="320040" cy="32004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Signature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669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Canvas numerique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5486400"/>
            <a:ext cx="320040" cy="32004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440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QR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669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Verification contrat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